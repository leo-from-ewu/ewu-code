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Quattrocento" panose="020F0502020204030204" pitchFamily="18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328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796177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Dhaka Emergency Power Distribution System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299936"/>
            <a:ext cx="746855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DSA-Based Crisis Response to the 2026 Global Fuel Crisis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324124" y="436280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Built for Crisis. Powered by Logic.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5015032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Samiul Azim | Hasan Al Khabir | Nafis Dayan Proyas | Ahmed Abdullah Hamza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605028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CSE207 — Data Structures | East West University, Dhaka</a:t>
            </a:r>
            <a:endParaRPr lang="en-US" sz="18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E13CD3-1F43-BC60-0D89-1E6D1160F384}"/>
              </a:ext>
            </a:extLst>
          </p:cNvPr>
          <p:cNvSpPr/>
          <p:nvPr/>
        </p:nvSpPr>
        <p:spPr>
          <a:xfrm>
            <a:off x="12851842" y="7757327"/>
            <a:ext cx="1778558" cy="35194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4627" y="666036"/>
            <a:ext cx="7494746" cy="1386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World on the Brink — Bangladesh at the Center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824627" y="2400062"/>
            <a:ext cx="3631406" cy="3026688"/>
          </a:xfrm>
          <a:prstGeom prst="roundRect">
            <a:avLst>
              <a:gd name="adj" fmla="val 1168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0732" y="2666167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Global Shock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90732" y="3151703"/>
            <a:ext cx="3099197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USA‑Israel‑Iran war → Iran closes the Strait of Hormuz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90732" y="4038719"/>
            <a:ext cx="3099197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20% of global oil supply blocked overnight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87967" y="2400062"/>
            <a:ext cx="3631406" cy="3026688"/>
          </a:xfrm>
          <a:prstGeom prst="roundRect">
            <a:avLst>
              <a:gd name="adj" fmla="val 1168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54072" y="2666167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National Risk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4954072" y="3151703"/>
            <a:ext cx="3099197" cy="1121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World Bank: Bangladesh critically at risk of fuel depletion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954072" y="4412694"/>
            <a:ext cx="3099197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Rolling blackouts across all divisions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24627" y="5658683"/>
            <a:ext cx="7494746" cy="1904762"/>
          </a:xfrm>
          <a:prstGeom prst="roundRect">
            <a:avLst>
              <a:gd name="adj" fmla="val 1856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0732" y="5924788"/>
            <a:ext cx="277213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Social Impact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1090732" y="6410325"/>
            <a:ext cx="6962537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Universities shut for 2 weeks to conserve fuel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090732" y="6923365"/>
            <a:ext cx="6962537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When there isn't enough power for everyone — who gets it first?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11644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Distribution Dilemma — Our Solution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1227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714036"/>
            <a:ext cx="3442335" cy="246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Manual distribution: slow, biased, dangerous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automated crisis-time allocation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Hospitals ≠ offices under power loss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871561" y="31227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71561" y="3714036"/>
            <a:ext cx="3442335" cy="331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 app managing 8 Dhaka zones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Weighted scoring engine ranks zones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LIFO Stack: highest priority served next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Emergency Override → immediate Rank 1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25498"/>
            <a:ext cx="779871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Eight Zones &amp; Priority Formula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08265"/>
            <a:ext cx="663059" cy="828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99987" y="2308265"/>
            <a:ext cx="205204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Hospitals ×9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99987" y="2803803"/>
            <a:ext cx="205204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Life‑critical (highest)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233" y="2308265"/>
            <a:ext cx="663059" cy="828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3496" y="2308265"/>
            <a:ext cx="205204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Industries ×6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113496" y="2803803"/>
            <a:ext cx="205204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Economic survival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743" y="2308265"/>
            <a:ext cx="663059" cy="828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27006" y="2308265"/>
            <a:ext cx="205204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Schools ×5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427006" y="2803803"/>
            <a:ext cx="205204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Future of the nation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8252" y="2308265"/>
            <a:ext cx="663059" cy="8287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40515" y="2308265"/>
            <a:ext cx="20521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Banks ×4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740515" y="2803803"/>
            <a:ext cx="205216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Financial systems</a:t>
            </a:r>
            <a:endParaRPr lang="en-US" sz="1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24" y="4048601"/>
            <a:ext cx="663059" cy="82879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99987" y="4048601"/>
            <a:ext cx="205204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Population ×4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799987" y="4544139"/>
            <a:ext cx="205204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Human impact</a:t>
            </a:r>
            <a:endParaRPr lang="en-US" sz="1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1233" y="4048601"/>
            <a:ext cx="663059" cy="82879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13496" y="4048601"/>
            <a:ext cx="205204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Govt Offices ×3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5113496" y="4544139"/>
            <a:ext cx="205204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Administrative continuity</a:t>
            </a:r>
            <a:endParaRPr lang="en-US" sz="18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4743" y="4048601"/>
            <a:ext cx="663059" cy="82879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427006" y="4048601"/>
            <a:ext cx="205204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Emergency Override</a:t>
            </a:r>
            <a:endParaRPr lang="en-US" sz="2200" dirty="0"/>
          </a:p>
        </p:txBody>
      </p:sp>
      <p:sp>
        <p:nvSpPr>
          <p:cNvPr id="23" name="Text 14"/>
          <p:cNvSpPr/>
          <p:nvPr/>
        </p:nvSpPr>
        <p:spPr>
          <a:xfrm>
            <a:off x="8427006" y="4896088"/>
            <a:ext cx="205204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+100 pts → instant Rank 1</a:t>
            </a:r>
            <a:endParaRPr lang="en-US" sz="1850" dirty="0"/>
          </a:p>
        </p:txBody>
      </p:sp>
      <p:sp>
        <p:nvSpPr>
          <p:cNvPr id="24" name="Shape 15"/>
          <p:cNvSpPr/>
          <p:nvPr/>
        </p:nvSpPr>
        <p:spPr>
          <a:xfrm>
            <a:off x="837724" y="5991106"/>
            <a:ext cx="12954952" cy="17859"/>
          </a:xfrm>
          <a:prstGeom prst="rect">
            <a:avLst/>
          </a:prstGeom>
          <a:solidFill>
            <a:srgbClr val="F9EEE7">
              <a:alpha val="50000"/>
            </a:srgbClr>
          </a:solidFill>
          <a:ln/>
        </p:spPr>
      </p:sp>
      <p:sp>
        <p:nvSpPr>
          <p:cNvPr id="25" name="Text 16"/>
          <p:cNvSpPr/>
          <p:nvPr/>
        </p:nvSpPr>
        <p:spPr>
          <a:xfrm>
            <a:off x="837724" y="6337935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Zone scores (examples): Old Dhaka 56 | Dhanmondi 62 | Motijheel 46 | Mirpur 24 | Uttara 33 | Mohammadpur 33 | Gulshan 45 | Tejgaon 38</a:t>
            </a:r>
            <a:endParaRPr lang="en-US" sz="18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1CA195-484A-B05D-731F-3527712F9EFC}"/>
              </a:ext>
            </a:extLst>
          </p:cNvPr>
          <p:cNvSpPr/>
          <p:nvPr/>
        </p:nvSpPr>
        <p:spPr>
          <a:xfrm>
            <a:off x="12851842" y="7737232"/>
            <a:ext cx="1778558" cy="35194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94714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DSA Foundation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010138"/>
            <a:ext cx="2329934" cy="3272314"/>
          </a:xfrm>
          <a:prstGeom prst="roundRect">
            <a:avLst>
              <a:gd name="adj" fmla="val 1541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6563439" y="3249454"/>
            <a:ext cx="18513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Structs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63439" y="3744992"/>
            <a:ext cx="18513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Zone = {name, facilities, status, score, rank}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893373" y="3010138"/>
            <a:ext cx="2329934" cy="3272314"/>
          </a:xfrm>
          <a:prstGeom prst="roundRect">
            <a:avLst>
              <a:gd name="adj" fmla="val 1541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9132689" y="3249454"/>
            <a:ext cx="18513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Arrays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32689" y="3744992"/>
            <a:ext cx="18513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zones[], stack[], waitingList[], logs[]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1462623" y="3010138"/>
            <a:ext cx="2329934" cy="3272314"/>
          </a:xfrm>
          <a:prstGeom prst="roundRect">
            <a:avLst>
              <a:gd name="adj" fmla="val 1541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11701939" y="3249454"/>
            <a:ext cx="18513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LIFO Stack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701939" y="3744992"/>
            <a:ext cx="185130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 3 unpowered zones; pop() to distribute; reverse-push to rebuild</a:t>
            </a:r>
            <a:endParaRPr lang="en-US" sz="1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2D65B5-A542-9A39-89AA-48D42BC7D96B}"/>
              </a:ext>
            </a:extLst>
          </p:cNvPr>
          <p:cNvSpPr/>
          <p:nvPr/>
        </p:nvSpPr>
        <p:spPr>
          <a:xfrm>
            <a:off x="12851842" y="7777424"/>
            <a:ext cx="1778558" cy="35194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796" y="1530668"/>
            <a:ext cx="7608808" cy="451592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3760" y="2634434"/>
            <a:ext cx="647742" cy="64774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806664" y="5009824"/>
            <a:ext cx="1891405" cy="342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Restack</a:t>
            </a:r>
            <a:endParaRPr lang="en-US" sz="21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2420" y="2635649"/>
            <a:ext cx="647741" cy="64774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22975" y="5009824"/>
            <a:ext cx="1891405" cy="342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Re-rank</a:t>
            </a:r>
            <a:endParaRPr lang="en-US" sz="21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8731" y="2635649"/>
            <a:ext cx="647741" cy="64774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000422" y="5009824"/>
            <a:ext cx="1891405" cy="342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Recompute</a:t>
            </a:r>
            <a:endParaRPr lang="en-US" sz="2150" dirty="0"/>
          </a:p>
        </p:txBody>
      </p:sp>
      <p:sp>
        <p:nvSpPr>
          <p:cNvPr id="9" name="Text 3"/>
          <p:cNvSpPr/>
          <p:nvPr/>
        </p:nvSpPr>
        <p:spPr>
          <a:xfrm>
            <a:off x="837724" y="631578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never stale — one facility change triggers full rebalance. Bubble Sort used for instant re-ranking.</a:t>
            </a:r>
            <a:endParaRPr lang="en-US" sz="18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DA9C3B-8817-D98D-6B38-F374B2AA679A}"/>
              </a:ext>
            </a:extLst>
          </p:cNvPr>
          <p:cNvSpPr/>
          <p:nvPr/>
        </p:nvSpPr>
        <p:spPr>
          <a:xfrm>
            <a:off x="12851842" y="7777424"/>
            <a:ext cx="1778558" cy="35194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2676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Operator Features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2909530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5336" y="290953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Live Ranking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35336" y="3405068"/>
            <a:ext cx="54302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View all 8 zones by priority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743" y="2909530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2355" y="290953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Give Power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62355" y="3405068"/>
            <a:ext cx="54303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top-ranked zone (one action)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724" y="4266843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35336" y="426684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Emergency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735336" y="4762381"/>
            <a:ext cx="54302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Override to Rank 1 instantly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4743" y="4266843"/>
            <a:ext cx="598408" cy="598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62355" y="426684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Update Facilities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62355" y="4762381"/>
            <a:ext cx="54303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Add/remove facilities → live updates</a:t>
            </a:r>
            <a:endParaRPr lang="en-US" sz="1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7724" y="5624155"/>
            <a:ext cx="598408" cy="5984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35336" y="5624155"/>
            <a:ext cx="295406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Top‑3 areas using Stack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735336" y="6119693"/>
            <a:ext cx="54302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View current stack contents</a:t>
            </a:r>
            <a:endParaRPr lang="en-US" sz="1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64743" y="5624155"/>
            <a:ext cx="598408" cy="5984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62355" y="562415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Activity Log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8362355" y="6119693"/>
            <a:ext cx="543032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History of powered zones + full logs</a:t>
            </a:r>
            <a:endParaRPr lang="en-US" sz="18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B56D18-50D3-14A5-CAD9-A7BBF0486BB6}"/>
              </a:ext>
            </a:extLst>
          </p:cNvPr>
          <p:cNvSpPr/>
          <p:nvPr/>
        </p:nvSpPr>
        <p:spPr>
          <a:xfrm>
            <a:off x="12851842" y="7777424"/>
            <a:ext cx="1778558" cy="35194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758" y="722709"/>
            <a:ext cx="6716316" cy="649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Results, Limitations &amp; Future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258758" y="1880235"/>
            <a:ext cx="2596158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Test Results </a:t>
            </a:r>
            <a:r>
              <a:rPr lang="en-US" sz="20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✅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258758" y="2423398"/>
            <a:ext cx="3530441" cy="224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Correct ranking across all zones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Emergency override elevates instantly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Stack rebuild accurate after each distribution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Zero crashes in tests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35220" y="1880235"/>
            <a:ext cx="2596158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Limitations </a:t>
            </a:r>
            <a:r>
              <a:rPr lang="en-US" sz="20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335220" y="2423398"/>
            <a:ext cx="3530441" cy="149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Bubble Sort — not scalable beyond ~50 zones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Fixed arrays — max 10 zones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Console only — no GUI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58758" y="4971574"/>
            <a:ext cx="7599283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58758" y="5615821"/>
            <a:ext cx="2596158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Future Scope </a:t>
            </a:r>
            <a:r>
              <a:rPr lang="en-US" sz="20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🚀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258758" y="6260783"/>
            <a:ext cx="7599283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Dynamic memory → unlimited zones | Merge Sort → scale to 64+ districts | GUI + cloud DB → remote multi-operator access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258758" y="7167801"/>
            <a:ext cx="7599283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9D3F75-B92A-0201-927E-FF8DEA39567A}"/>
              </a:ext>
            </a:extLst>
          </p:cNvPr>
          <p:cNvSpPr/>
          <p:nvPr/>
        </p:nvSpPr>
        <p:spPr>
          <a:xfrm>
            <a:off x="12851842" y="7777424"/>
            <a:ext cx="1778558" cy="35194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1855" y="650438"/>
            <a:ext cx="7573089" cy="131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 — Code That Could Save Lives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71855" y="2285881"/>
            <a:ext cx="3681293" cy="1948220"/>
          </a:xfrm>
          <a:prstGeom prst="roundRect">
            <a:avLst>
              <a:gd name="adj" fmla="val 27646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6496169" y="2510195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Core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496169" y="2966442"/>
            <a:ext cx="3232666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Structs + Arrays + Stack + Sorting = crisis-response system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63532" y="2285881"/>
            <a:ext cx="3681413" cy="1948220"/>
          </a:xfrm>
          <a:prstGeom prst="roundRect">
            <a:avLst>
              <a:gd name="adj" fmla="val 27646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10387846" y="2510195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Principle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387846" y="2966442"/>
            <a:ext cx="3232785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When grid goes dark — hospital before office. People before paperwork.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71855" y="4444484"/>
            <a:ext cx="7573089" cy="1600438"/>
          </a:xfrm>
          <a:prstGeom prst="roundRect">
            <a:avLst>
              <a:gd name="adj" fmla="val 33654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6496169" y="4668798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2333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Quote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496169" y="5125045"/>
            <a:ext cx="7124462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"Fair distribution under pressure is not a management problem. It is a data structure problem."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71855" y="6337578"/>
            <a:ext cx="7573089" cy="16788"/>
          </a:xfrm>
          <a:prstGeom prst="rect">
            <a:avLst/>
          </a:prstGeom>
          <a:solidFill>
            <a:srgbClr val="F9EEE7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271855" y="6647021"/>
            <a:ext cx="757308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271855" y="7231380"/>
            <a:ext cx="757308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FDE744-76D0-A2BC-F0AF-248925CD62A7}"/>
              </a:ext>
            </a:extLst>
          </p:cNvPr>
          <p:cNvSpPr/>
          <p:nvPr/>
        </p:nvSpPr>
        <p:spPr>
          <a:xfrm>
            <a:off x="12851842" y="7777424"/>
            <a:ext cx="1778558" cy="35194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502</Words>
  <Application>Microsoft Office PowerPoint</Application>
  <PresentationFormat>Custom</PresentationFormat>
  <Paragraphs>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Quattrocento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Khabir Shams</cp:lastModifiedBy>
  <cp:revision>2</cp:revision>
  <dcterms:created xsi:type="dcterms:W3CDTF">2026-04-11T16:41:47Z</dcterms:created>
  <dcterms:modified xsi:type="dcterms:W3CDTF">2026-04-11T17:45:16Z</dcterms:modified>
</cp:coreProperties>
</file>